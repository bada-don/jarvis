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6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E2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42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91F06-07EC-4671-A8C0-70891EA46A04}" type="datetimeFigureOut">
              <a:rPr lang="en-US" smtClean="0"/>
              <a:t>17/12/2025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2B86C-2BF9-4367-925E-CEC0A24B25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901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91F06-07EC-4671-A8C0-70891EA46A04}" type="datetimeFigureOut">
              <a:rPr lang="en-US" smtClean="0"/>
              <a:t>17/12/2025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2B86C-2BF9-4367-925E-CEC0A24B25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386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91F06-07EC-4671-A8C0-70891EA46A04}" type="datetimeFigureOut">
              <a:rPr lang="en-US" smtClean="0"/>
              <a:t>17/12/2025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2B86C-2BF9-4367-925E-CEC0A24B25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515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91F06-07EC-4671-A8C0-70891EA46A04}" type="datetimeFigureOut">
              <a:rPr lang="en-US" smtClean="0"/>
              <a:t>17/12/2025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2B86C-2BF9-4367-925E-CEC0A24B25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615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91F06-07EC-4671-A8C0-70891EA46A04}" type="datetimeFigureOut">
              <a:rPr lang="en-US" smtClean="0"/>
              <a:t>17/12/2025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2B86C-2BF9-4367-925E-CEC0A24B25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545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91F06-07EC-4671-A8C0-70891EA46A04}" type="datetimeFigureOut">
              <a:rPr lang="en-US" smtClean="0"/>
              <a:t>17/12/2025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2B86C-2BF9-4367-925E-CEC0A24B25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857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91F06-07EC-4671-A8C0-70891EA46A04}" type="datetimeFigureOut">
              <a:rPr lang="en-US" smtClean="0"/>
              <a:t>17/12/2025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2B86C-2BF9-4367-925E-CEC0A24B25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559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91F06-07EC-4671-A8C0-70891EA46A04}" type="datetimeFigureOut">
              <a:rPr lang="en-US" smtClean="0"/>
              <a:t>17/12/2025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2B86C-2BF9-4367-925E-CEC0A24B25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269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91F06-07EC-4671-A8C0-70891EA46A04}" type="datetimeFigureOut">
              <a:rPr lang="en-US" smtClean="0"/>
              <a:t>17/12/2025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2B86C-2BF9-4367-925E-CEC0A24B25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928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91F06-07EC-4671-A8C0-70891EA46A04}" type="datetimeFigureOut">
              <a:rPr lang="en-US" smtClean="0"/>
              <a:t>17/12/2025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2B86C-2BF9-4367-925E-CEC0A24B25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993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91F06-07EC-4671-A8C0-70891EA46A04}" type="datetimeFigureOut">
              <a:rPr lang="en-US" smtClean="0"/>
              <a:t>17/12/2025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2B86C-2BF9-4367-925E-CEC0A24B25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171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391F06-07EC-4671-A8C0-70891EA46A04}" type="datetimeFigureOut">
              <a:rPr lang="en-US" smtClean="0"/>
              <a:t>17/12/2025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C2B86C-2BF9-4367-925E-CEC0A24B25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3789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0C7F7-ADD3-9FDA-CC54-908AC1654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8FF57D3-E91E-34B9-21FE-54534BE70C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899550">
            <a:off x="5812330" y="3144902"/>
            <a:ext cx="567340" cy="5673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F7540F-7CAA-FF10-582C-F162C4EF2D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4337" y="3563079"/>
            <a:ext cx="653306" cy="5712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F4189BC-6253-E689-6A7A-208004AD73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1612" y="2711266"/>
            <a:ext cx="1928736" cy="1705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9387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advClick="0" advTm="750">
        <p159:morph option="byObject"/>
      </p:transition>
    </mc:Choice>
    <mc:Fallback>
      <p:transition spd="med" advClick="0" advTm="75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EAB1D4B-74F8-F1F7-70D6-EE6DE659F8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899550">
            <a:off x="5812330" y="3144902"/>
            <a:ext cx="567340" cy="5673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47B0ED1-ACD3-147E-B30B-AB82D70D5A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5937" y="2471393"/>
            <a:ext cx="3150106" cy="27546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6961589-0735-DBA5-B0A7-AEEF1A4EC9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6352" y="3122165"/>
            <a:ext cx="999256" cy="883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4048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 advTm="1000">
        <p159:morph option="byObject"/>
      </p:transition>
    </mc:Choice>
    <mc:Fallback>
      <p:transition spd="slow" advClick="0" advTm="1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2268B-14FD-9517-C2B9-F40E04CCA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BCD00D4-CBA2-5E85-0CB8-7B6D77D4C7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6365" y="1618938"/>
            <a:ext cx="3619270" cy="36192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064DE4D-FE67-8F2B-AF6B-3EE3C8962A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5937" y="2471393"/>
            <a:ext cx="3150106" cy="27546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30EC90-9A2D-7E42-408A-478958C6AA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6352" y="3122165"/>
            <a:ext cx="999256" cy="883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8479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 advClick="0" advTm="1250">
        <p159:morph option="byObject"/>
      </p:transition>
    </mc:Choice>
    <mc:Fallback>
      <p:transition spd="slow" advClick="0" advTm="125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4425512-47B7-E475-C745-1AC95206756B}"/>
              </a:ext>
            </a:extLst>
          </p:cNvPr>
          <p:cNvSpPr txBox="1"/>
          <p:nvPr/>
        </p:nvSpPr>
        <p:spPr>
          <a:xfrm>
            <a:off x="1278194" y="1769806"/>
            <a:ext cx="967494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spc="600" dirty="0">
                <a:solidFill>
                  <a:srgbClr val="16E2D7"/>
                </a:solidFill>
                <a:latin typeface="BatmanForeverAlternate" panose="00000400000000000000" pitchFamily="2" charset="0"/>
              </a:rPr>
              <a:t>JARVIS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D7FBB7-CB9B-C967-6A2E-1D5B5E316F2B}"/>
              </a:ext>
            </a:extLst>
          </p:cNvPr>
          <p:cNvSpPr txBox="1"/>
          <p:nvPr/>
        </p:nvSpPr>
        <p:spPr>
          <a:xfrm>
            <a:off x="1278194" y="3518535"/>
            <a:ext cx="96749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spc="600" dirty="0">
                <a:latin typeface="BatmanForeverAlternate" panose="00000400000000000000" pitchFamily="2" charset="0"/>
              </a:rPr>
              <a:t>Joint Agentic and Robotic Virtual Interaction System</a:t>
            </a:r>
          </a:p>
        </p:txBody>
      </p:sp>
    </p:spTree>
    <p:extLst>
      <p:ext uri="{BB962C8B-B14F-4D97-AF65-F5344CB8AC3E}">
        <p14:creationId xmlns:p14="http://schemas.microsoft.com/office/powerpoint/2010/main" val="720242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174</TotalTime>
  <Words>8</Words>
  <Application>Microsoft Office PowerPoint</Application>
  <PresentationFormat>Widescreen</PresentationFormat>
  <Paragraphs>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BatmanForeverAlternate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Harshit Singla</dc:creator>
  <cp:lastModifiedBy>Harshit Singla</cp:lastModifiedBy>
  <cp:revision>5</cp:revision>
  <dcterms:created xsi:type="dcterms:W3CDTF">2025-12-17T02:00:05Z</dcterms:created>
  <dcterms:modified xsi:type="dcterms:W3CDTF">2025-12-17T04:54:58Z</dcterms:modified>
</cp:coreProperties>
</file>